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Regular EWC retained state</c:v>
                </c:pt>
              </c:strCache>
            </c:strRef>
          </c:tx>
          <c:spPr>
            <a:solidFill>
              <a:srgbClr val="FF5A5F"/>
            </a:solidFill>
            <a:ln w="25400" cap="flat">
              <a:solidFill>
                <a:srgbClr val="FF5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A5F"/>
              </a:solidFill>
              <a:ln w="9525" cap="flat">
                <a:solidFill>
                  <a:srgbClr val="FF5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  <c:pt idx="4">
                    <c:v>25</c:v>
                  </c:pt>
                  <c:pt idx="5">
                    <c:v>50</c:v>
                  </c:pt>
                  <c:pt idx="6">
                    <c:v>100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3.65</c:v>
                </c:pt>
                <c:pt idx="1">
                  <c:v>7.3</c:v>
                </c:pt>
                <c:pt idx="2">
                  <c:v>14.6</c:v>
                </c:pt>
                <c:pt idx="3">
                  <c:v>32.85</c:v>
                </c:pt>
                <c:pt idx="4">
                  <c:v>87.6</c:v>
                </c:pt>
                <c:pt idx="5">
                  <c:v>178.85</c:v>
                </c:pt>
                <c:pt idx="6">
                  <c:v>361.35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EWC retained state</c:v>
                </c:pt>
              </c:strCache>
            </c:strRef>
          </c:tx>
          <c:spPr>
            <a:solidFill>
              <a:srgbClr val="00D084"/>
            </a:solidFill>
            <a:ln w="25400" cap="flat">
              <a:solidFill>
                <a:srgbClr val="00D0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084"/>
              </a:solidFill>
              <a:ln w="9525" cap="flat">
                <a:solidFill>
                  <a:srgbClr val="00D0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  <c:pt idx="4">
                    <c:v>25</c:v>
                  </c:pt>
                  <c:pt idx="5">
                    <c:v>50</c:v>
                  </c:pt>
                  <c:pt idx="6">
                    <c:v>100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3.65</c:v>
                </c:pt>
                <c:pt idx="1">
                  <c:v>3.65</c:v>
                </c:pt>
                <c:pt idx="2">
                  <c:v>3.65</c:v>
                </c:pt>
                <c:pt idx="3">
                  <c:v>3.65</c:v>
                </c:pt>
                <c:pt idx="4">
                  <c:v>3.65</c:v>
                </c:pt>
                <c:pt idx="5">
                  <c:v>3.65</c:v>
                </c:pt>
                <c:pt idx="6">
                  <c:v>3.65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4F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4FA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Regular EWC penalty terms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 tasks</c:v>
                  </c:pt>
                  <c:pt idx="1">
                    <c:v>10 tasks</c:v>
                  </c:pt>
                  <c:pt idx="2">
                    <c:v>50 tasks</c:v>
                  </c:pt>
                  <c:pt idx="3">
                    <c:v>100 tasks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</c:v>
                </c:pt>
                <c:pt idx="2">
                  <c:v>49</c:v>
                </c:pt>
                <c:pt idx="3">
                  <c:v>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EWC penalty terms</c:v>
                </c:pt>
              </c:strCache>
            </c:strRef>
          </c:tx>
          <c:spPr>
            <a:solidFill>
              <a:srgbClr val="00D0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 tasks</c:v>
                  </c:pt>
                  <c:pt idx="1">
                    <c:v>10 tasks</c:v>
                  </c:pt>
                  <c:pt idx="2">
                    <c:v>50 tasks</c:v>
                  </c:pt>
                  <c:pt idx="3">
                    <c:v>100 tasks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EF4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4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Regular EWC total penalty terms</c:v>
                </c:pt>
              </c:strCache>
            </c:strRef>
          </c:tx>
          <c:spPr>
            <a:solidFill>
              <a:srgbClr val="FF5A5F"/>
            </a:solidFill>
            <a:ln w="25400" cap="flat">
              <a:solidFill>
                <a:srgbClr val="FF5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A5F"/>
              </a:solidFill>
              <a:ln w="9525" cap="flat">
                <a:solidFill>
                  <a:srgbClr val="FF5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  <c:pt idx="4">
                    <c:v>25</c:v>
                  </c:pt>
                  <c:pt idx="5">
                    <c:v>50</c:v>
                  </c:pt>
                  <c:pt idx="6">
                    <c:v>100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10</c:v>
                </c:pt>
                <c:pt idx="3">
                  <c:v>45</c:v>
                </c:pt>
                <c:pt idx="4">
                  <c:v>300</c:v>
                </c:pt>
                <c:pt idx="5">
                  <c:v>1225</c:v>
                </c:pt>
                <c:pt idx="6">
                  <c:v>4950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EWC total penalty terms</c:v>
                </c:pt>
              </c:strCache>
            </c:strRef>
          </c:tx>
          <c:spPr>
            <a:solidFill>
              <a:srgbClr val="00D084"/>
            </a:solidFill>
            <a:ln w="25400" cap="flat">
              <a:solidFill>
                <a:srgbClr val="00D0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084"/>
              </a:solidFill>
              <a:ln w="9525" cap="flat">
                <a:solidFill>
                  <a:srgbClr val="00D0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  <c:pt idx="4">
                    <c:v>25</c:v>
                  </c:pt>
                  <c:pt idx="5">
                    <c:v>50</c:v>
                  </c:pt>
                  <c:pt idx="6">
                    <c:v>100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9</c:v>
                </c:pt>
                <c:pt idx="4">
                  <c:v>24</c:v>
                </c:pt>
                <c:pt idx="5">
                  <c:v>49</c:v>
                </c:pt>
                <c:pt idx="6">
                  <c:v>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4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4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 w="12700">
            <a:solidFill>
              <a:srgbClr val="071A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601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Online EWC Savings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7556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</a:rPr>
              <a:t>Constant-memory consolidation vs regular per-task EWC storage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D0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O(T)  -&gt;  O(1)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58952" y="3675888"/>
            <a:ext cx="58064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EF4FA"/>
                </a:solidFill>
              </a:rPr>
              <a:t>Regular EWC grows with every past task. Online EWC keeps a single consolidated Fisher + parameter snapshot.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0" y="1353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D0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99%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772400" y="1920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EWC state at 100 tasks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772400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45C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50x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7772400" y="35387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total penalty terms at 100 tasks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772400" y="46634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</a:rPr>
              <a:t>For the Figure A MLP, the absolute memory is small - the key advantage is scalability.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396A8"/>
                </a:solidFill>
              </a:rPr>
              <a:t>Online EWC savings model - Figure A MLP: 478,410 parameters, float32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 w="12700">
            <a:solidFill>
              <a:srgbClr val="071A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exactly is being saved?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saving is not in the neural network itself - it is in the extra EWC state kept between tasks.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45C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478,410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85800" y="20482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trainable parameters in the Figure A MLP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526280" y="14813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1.83 MiB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4526280" y="2048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float32 array with this parameter count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275320" y="14813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D0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3.65 MiB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275320" y="2048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Fisher + one parameter snapshot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1042416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360420"/>
            <a:ext cx="1042416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 EWC state = 2 x (tasks - 1) x parameters x 4 bytes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1042416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EWC state = 2 x parameters x 4 bytes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914400" y="3954780"/>
            <a:ext cx="1042416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weights are the same in both cases; only the retained EWC history changes.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Scenario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5468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Regular EWC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4068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Online EWC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2668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State saving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4956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4FA"/>
                </a:solidFill>
              </a:rPr>
              <a:t>3 tasks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54680" y="4956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A5F"/>
                </a:solidFill>
              </a:rPr>
              <a:t>7.30 MiB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40680" y="4956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084"/>
                </a:solidFill>
              </a:rPr>
              <a:t>3.65 MiB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26680" y="4956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084"/>
                </a:solidFill>
              </a:rPr>
              <a:t>50.0%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5340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4FA"/>
                </a:solidFill>
              </a:rPr>
              <a:t>10 tasks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54680" y="5340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A5F"/>
                </a:solidFill>
              </a:rPr>
              <a:t>32.86 MiB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40680" y="5340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084"/>
                </a:solidFill>
              </a:rPr>
              <a:t>3.65 MiB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5340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084"/>
                </a:solidFill>
              </a:rPr>
              <a:t>88.9%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5724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4FA"/>
                </a:solidFill>
              </a:rPr>
              <a:t>100 tasks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54680" y="5724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A5F"/>
                </a:solidFill>
              </a:rPr>
              <a:t>361.39 MiB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40680" y="5724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084"/>
                </a:solidFill>
              </a:rPr>
              <a:t>3.65 MiB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26680" y="5724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084"/>
                </a:solidFill>
              </a:rPr>
              <a:t>99.0%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396A8"/>
                </a:solidFill>
              </a:rPr>
              <a:t>Online EWC savings model - Figure A MLP: 478,410 parameters, float32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 w="12700">
            <a:solidFill>
              <a:srgbClr val="071A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Memory: regular EWC grows linearly; Online EWC stays flat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same Figure A MLP, the retained EWC state becomes dramatically different as the task sequence grows.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417320"/>
          <a:ext cx="7315200" cy="44074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549640" y="15727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At 100 tasks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49640" y="20848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361.4 MiB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8549640" y="26517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 EWC retained state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8549640" y="34015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D0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3.65 MiB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8549640" y="39684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EWC retained state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549640" y="4892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084"/>
                </a:solidFill>
              </a:rPr>
              <a:t>99.0% less retained EWC state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396A8"/>
                </a:solidFill>
              </a:rPr>
              <a:t>Online EWC savings model - Figure A MLP: 478,410 parameters, float32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 w="12700">
            <a:solidFill>
              <a:srgbClr val="071A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Penalty computation: Online EWC keeps one penalty term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the last task, regular EWC compares against every past task; Online EWC compares against one consolidated state.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13232" y="1417320"/>
          <a:ext cx="6766560" cy="4315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2x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138160" y="2121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lighter penalty calculation in Graph A final task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138160" y="2852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45C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9x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8138160" y="34198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lighter penalty calculation at 10 tasks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813816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D0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99x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8138160" y="47274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lighter penalty calculation at 100 tasks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8138160" y="553212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6E2"/>
                </a:solidFill>
              </a:rPr>
              <a:t>Runtime impact in Graph A is modest because most time is still normal training. The scalability win appears as the task sequence grows.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396A8"/>
                </a:solidFill>
              </a:rPr>
              <a:t>Online EWC savings model - Figure A MLP: 478,410 parameters, float32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 w="12700">
            <a:solidFill>
              <a:srgbClr val="071A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Across a full sequence, the penalty workload gap compounds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penalty terms accumulated during sequential training: regular grows quadratically; Online grows linearly.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417320"/>
          <a:ext cx="7406640" cy="43342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54964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Formula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49640" y="1947672"/>
            <a:ext cx="28803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EF4FA"/>
                </a:solidFill>
              </a:rPr>
              <a:t>Regular EWC total = T(T - 1) /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4FA"/>
                </a:solidFill>
              </a:rPr>
              <a:t>Online EWC total = T - 1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4FA"/>
                </a:solidFill>
              </a:rPr>
              <a:t>Reduction ratio = T / 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4964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45C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5x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8549640" y="4087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terms over 10 tasks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8549640" y="47365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D0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50x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8549640" y="5303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terms over 100 tasks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396A8"/>
                </a:solidFill>
              </a:rPr>
              <a:t>Online EWC savings model - Figure A MLP: 478,410 parameters, float32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 w="12700">
            <a:solidFill>
              <a:srgbClr val="071A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framing for the presentation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9D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Precise, defensible wording for explaining the Graph A implementation.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1248" y="15087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D0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implementation is valid as an Online / Consolidated EWC variant.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EF4FA"/>
                </a:solidFill>
              </a:rPr>
              <a:t>It preserves the core EWC idea - protect important parameters using Fisher information - but stores one consolidated Fisher + parameter snapshot instead of one pair per previous task.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A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14400" y="3995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absolute memory saving, clear conceptual saving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4526280" y="3429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45C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10+ tasks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4526280" y="3995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 becomes visibly significant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138160" y="3429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D0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 tasks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8138160" y="3995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E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memory becomes the main advantage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One-line takeaway: Online EWC converts EWC history from a growing archive into a single consolidated memory state.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396A8"/>
                </a:solidFill>
              </a:rPr>
              <a:t>Online EWC savings model - Figure A MLP: 478,410 parameters, float32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EWC Savings</dc:title>
  <dc:subject>Online EWC Savings</dc:subject>
  <dc:creator>Academic Project</dc:creator>
  <cp:lastModifiedBy>Academic Project</cp:lastModifiedBy>
  <cp:revision>1</cp:revision>
  <dcterms:created xsi:type="dcterms:W3CDTF">2026-06-11T07:29:33Z</dcterms:created>
  <dcterms:modified xsi:type="dcterms:W3CDTF">2026-06-11T07:29:33Z</dcterms:modified>
</cp:coreProperties>
</file>